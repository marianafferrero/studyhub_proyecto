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937760" cy="4937760"/>
          </a:xfrm>
          <a:prstGeom prst="ellipse">
            <a:avLst/>
          </a:prstGeom>
          <a:solidFill>
            <a:srgbClr val="222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937760"/>
            <a:ext cx="3291840" cy="32918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011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STUDYHUB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con quién estudiar no es el reto — encontrar con quién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BIEN sí lo es.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486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Studyhub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5486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Universitarios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5486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Bitácora de proyecto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cliente nos entregó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1847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estudiantes quieren estudiar en grupo, pero no encuentran compañeros con horarios similares.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01968" y="18470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42048" y="1847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4231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plataforma que conecte estudiantes para crear grupos de estudio.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813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9C7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891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Universitarios.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81928" y="3520440"/>
            <a:ext cx="53583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3813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42048" y="3813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438912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colaboración · Facilitar encuentros · Mejorar el desempeño académico.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Restricción: la solución debe incluir creación y búsqueda de grupos.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DISCOVERY INTERVIEW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preguntas para el cliente (1/2)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respondo estas preguntas. Las escribo como si mañana nos reuniéramos con el cliente.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30168" cy="429768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7627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negocio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3081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dieron cuenta de que este era un problema real?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han hecho hasta ahora para resolverlo?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sabrán que el proyecto fue exitoso?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630168" cy="429768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1945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3600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217627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usuarios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743200"/>
            <a:ext cx="3081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¿Todos los universitarios enfrentan el mismo problema, o varía por carrera/semestre?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familiarizados están con apps de estudio o productividad?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emoción sienten cuando no logran armar un grupo?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74736" y="1920240"/>
            <a:ext cx="3630168" cy="429768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9056" y="21945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9C7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9056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51976" y="217627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contexto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2743200"/>
            <a:ext cx="3081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momentos del semestre es más crítico el problema?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¿Ya existen grupos informales (WhatsApp) que estén funcionando?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herramientas usan hoy y cuáles no funcionan?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DISCOVERY INTERVIEW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preguntas para el cliente (2/2)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Continuamos indagando sobre el producto, sus límites y la visión a futuro.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30168" cy="429768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7627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producto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3081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¿Debe incluir chat, videollamada o solo matching?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¿Debe integrarse con el horario académico del estudiante?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debería ver primero el usuario al abrir la app?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630168" cy="429768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1945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36008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38928" y="217627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Restricciones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36008" y="2743200"/>
            <a:ext cx="3081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una fecha límite para tener la app funcionando?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¿Existen restricciones técnicas (app nativa, web)?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presupuesto o deben usar herramientas gratuitas?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74736" y="1920240"/>
            <a:ext cx="3630168" cy="429768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49056" y="21945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9C7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49056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951976" y="2176272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visión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2743200"/>
            <a:ext cx="30815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proyecto es un éxito en un año, ¿qué cambió para un estudiante?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pudiéramos resolver un problema, ¿cuál sería?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· 20 MINUTOS CON EL CLIENTE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 preguntas que sí o sí haríamos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45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saben que este problema es real y qué tan grave es?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4203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han intentado hasta ahora (grupos de WhatsApp) y por qué no ha bastado?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3814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más importante para ustedes: que se formen grupos, o que esos grupos realmente funcionen?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79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3425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van a medir el éxito del proyecto?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27608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276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230368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fecha límite o restricciones técnicas que debamos conocer?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sabemos vs. lo que creemos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SABEMOS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12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confirmada por el brief del cliente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quieren estudiar en grupo.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encuentran compañeros con horarios similares.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debe incluir creación y búsqueda de grupos.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81928" y="1508760"/>
            <a:ext cx="5358384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178308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F9C7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830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CREEMOS (HIPÓTESIS)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212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Suposiciones que aún no hemos comprobado con usuarios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26517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no es solo encontrar disponibles, sino compatibles.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similares no garantizan que un grupo funcione.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recurre al estudio grupal sobre todo ante dificultades con una materia.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grupo no significa que terminen reuniéndose.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confianza con desconocidos es una barrera.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DISEÑAR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falta por descubrir y riesgos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SIN RESPUESTA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requisitos priorizan al elegir compañero: nivel académico, puntualidad, metodología?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importante es que los horarios coincidan (escala 1-5)?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haría que sigan usando la plataforma después de la primera semana?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1928" y="1508760"/>
            <a:ext cx="5358384" cy="4663440"/>
          </a:xfrm>
          <a:prstGeom prst="roundRect">
            <a:avLst>
              <a:gd name="adj" fmla="val 1569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1968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DEL PROYECTO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conseguir suficientes estudiantes para validar las hipótesis con datos reales.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al cambio: preferir seguir usando WhatsApp o Telegram.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 de confianza que frenen la interacción con desconocidos.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DEL DISEÑADOR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abrir Figma...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22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 sorprendió del brief? Que asume que el problema es de “encontrar”, cuando la investigación apunta a que es de “compatibilidad”.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22A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4747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información siento que hace falta? Qué tan dispuestos están realmente a probar algo nuevo frente a quedarse con lo que ya usan.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22A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9834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pudiera hacerle una sola pregunta al cliente: “¿Qué pasa hoy cuando un grupo SÍ se forma pero no funciona?”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DETECTIVE APLICADO A STUDYHUB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Heurísticas de Nielsen, aplicadas antes de diseñar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 cometer estos errores desde el inicio.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583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76272"/>
            <a:ext cx="4800600" cy="34747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762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OF SYSTEM STATUS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estudiante manda una solicitud para unirse a un grupo, la app debe mostrar si fue aceptada, está pendiente o fue rechazada.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81928" y="1920240"/>
            <a:ext cx="53583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176272"/>
            <a:ext cx="480060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6248" y="21762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BETWEEN SYSTEM AND REAL WORLD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556248" y="26974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app pide “definir el nivel de compromiso” con una escala técnica, los estudiantes no sabrán cómo responder con honestidad.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583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233672"/>
            <a:ext cx="4800600" cy="347472"/>
          </a:xfrm>
          <a:prstGeom prst="roundRect">
            <a:avLst>
              <a:gd name="adj" fmla="val 50000"/>
            </a:avLst>
          </a:prstGeom>
          <a:solidFill>
            <a:srgbClr val="F9C7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2336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 AND FREEDOM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7548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estudiante se une a un grupo y no encaja, debe poder salir fácilmente sin quedar atrapado en la dinámica.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81928" y="3977640"/>
            <a:ext cx="5358384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56248" y="4233672"/>
            <a:ext cx="4800600" cy="347472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56248" y="42336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RATHER THAN RECALL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56248" y="47548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cada vez debe describir cómo estudia, en vez de que la app recuerde compañeros con quienes le funcionó, hay fricción innecesaria.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AL PROYECTO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debo saber vs. lo que no debo asumir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754880" cy="457200"/>
          </a:xfrm>
          <a:prstGeom prst="roundRect">
            <a:avLst>
              <a:gd name="adj" fmla="val 38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COSAS QUE NECESITO SABER DE MI USUARIO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estudia actualmente.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encuentra y elige a sus compañeros de estudio.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problemas encuentra al estudiar y organizarse con otras personas.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58384" cy="4480560"/>
          </a:xfrm>
          <a:prstGeom prst="roundRect">
            <a:avLst>
              <a:gd name="adj" fmla="val 1633"/>
            </a:avLst>
          </a:prstGeom>
          <a:solidFill>
            <a:srgbClr val="2F3C7E"/>
          </a:solidFill>
          <a:ln/>
        </p:spPr>
      </p:sp>
      <p:sp>
        <p:nvSpPr>
          <p:cNvPr id="9" name="Shape 7"/>
          <p:cNvSpPr/>
          <p:nvPr/>
        </p:nvSpPr>
        <p:spPr>
          <a:xfrm>
            <a:off x="6601968" y="1828800"/>
            <a:ext cx="4754880" cy="457200"/>
          </a:xfrm>
          <a:prstGeom prst="roundRect">
            <a:avLst>
              <a:gd name="adj" fmla="val 38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01968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COSAS QUE TODAVÍA NO DEBO ASUMIR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5146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los estudiantes prefieren estudiar en grupo.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problema principal son los horarios.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una plataforma solucionaría el problema.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 de entrevista definitiva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22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470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7627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“Cuéntame, ¿cómo es normalmente un día de universidad para ti?”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222A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8986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— comportamiento y problema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227832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organizas cuando tienes varias responsabilidades académicas?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¿Prefieres estudiar solo/a o acompañado/a? ¿Por qué?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Cuéntame sobre la última vez que estudiaste con otras personas.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lo mejor y lo más difícil de estudiar en grupo?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herramientas utilizas actualmente y qué problemas tienes con ellas?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22A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5230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55955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pudieras cambiar una cosa de tu experiencia de estudio, ¿qué cambiarías?”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Benchmark: 3 soluciones existentes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45720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3081528" cy="457200"/>
          </a:xfrm>
          <a:prstGeom prst="roundRect">
            <a:avLst>
              <a:gd name="adj" fmla="val 2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Together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39572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33472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virtuales 24/7 · estudiar solo o acompañado · metas y seguimiento.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24612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483864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Motivación, concentración, compañía.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0965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334256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organiza toda la vida académica.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" y="4965192"/>
            <a:ext cx="3081528" cy="896112"/>
          </a:xfrm>
          <a:prstGeom prst="roundRect">
            <a:avLst>
              <a:gd name="adj" fmla="val 6122"/>
            </a:avLst>
          </a:prstGeom>
          <a:solidFill>
            <a:srgbClr val="F5F6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2688" y="503834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 compañía en sí misma puede ser valor, incluso sin interacción real.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25112" y="1554480"/>
            <a:ext cx="3593592" cy="45720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810512"/>
            <a:ext cx="3081528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81144" y="18105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Studuo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239572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2633472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por materia · Pomodoro compartido · chat/video.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81144" y="324612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81144" y="3483864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compañero, responsabilidad mutua.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40965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4334256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materia no implica ser compatibles.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81144" y="4965192"/>
            <a:ext cx="3081528" cy="896112"/>
          </a:xfrm>
          <a:prstGeom prst="roundRect">
            <a:avLst>
              <a:gd name="adj" fmla="val 6122"/>
            </a:avLst>
          </a:prstGeom>
          <a:solidFill>
            <a:srgbClr val="F5F6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09160" y="503834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reto no es “quién estudia lo mismo” sino “con quién estudio bien”.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01584" y="1554480"/>
            <a:ext cx="3593592" cy="457200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57616" y="1810512"/>
            <a:ext cx="3081528" cy="457200"/>
          </a:xfrm>
          <a:prstGeom prst="roundRect">
            <a:avLst>
              <a:gd name="adj" fmla="val 20000"/>
            </a:avLst>
          </a:prstGeom>
          <a:solidFill>
            <a:srgbClr val="F9C7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57616" y="1810512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Studocu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57616" y="2395728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2633472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Apuntes compartidos · quizzes y resúmenes con IA.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3246120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357616" y="3483864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información y preparación para exámenes.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0965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4334256"/>
            <a:ext cx="3081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resuelve motivación ni acompañamiento.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57616" y="4965192"/>
            <a:ext cx="3081528" cy="896112"/>
          </a:xfrm>
          <a:prstGeom prst="roundRect">
            <a:avLst>
              <a:gd name="adj" fmla="val 6122"/>
            </a:avLst>
          </a:prstGeom>
          <a:solidFill>
            <a:srgbClr val="F5F6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85632" y="503834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Los estudiantes se vuelven proveedores de contenido entre ellos.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355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¿El reto de Studyhub realmente es encontrar compañeros, o encontrar el tipo de compañero adecuado para cada forma de estudiar?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REAL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95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Juan Martín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semestre — Diseño Gráfico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“Abrumante, le cuesta concentrarse y sentía que no estaba aprendiendo nada durante la estudiada grupal.”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5021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 más difícil la concentración; lo mejor, que las personas lo pueden ayudar a pensar más a fondo y ver otras perspectivas.”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9826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4897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“Sube sus notas a ChatGPT una semana antes del examen y le pide preguntas tipo examen para estudiar solo.”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8581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4772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se siente acogido en la universidad; le gustaría hacer las cosas con más tiempo.”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REAL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95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Valentina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3er semestre — Narrativas Transmedia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“Sola; acompañada no es capaz de quedarse callada y se desconcentra. Tiene que ser con alguien que esté estudiando concentrado.”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5021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“Estudió con su amiga porque ella es muy juiciosa y responsable, y eso hace que le siga el ritmo.”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9826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4897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 mejor es darse cuenta de puntos de vista distintos; lo más difícil, quedarse callada — se siente mal si el grupo no logra nada.”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8581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4772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“Buscaría algo que la haga organizar todo fácil, con cuadernitos por materia y su propio tablero.”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REAL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95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María José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5to semestre — Economía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“Acompañada, pero no con cualquier persona. Me gusta estudiar con gente responsable que realmente quiera estudiar.”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5021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estoy con alguien que se distrae mucho, prefiero estar sola.”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9826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4897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 mejor es poder preguntar algo inmediatamente y que otra persona te lo explique; también ayuda a no procrastinar.”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8581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4772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 difícil es coordinar horarios y encontrar personas con un nivel parecido de compromiso.”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REAL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95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4to semestre — Ingeniería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“Solo. Me concentro mucho más. Cuando estudio con amigos terminamos hablando de otras cosas.”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5021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“Cada uno estaba estudiando cosas diferentes y terminamos hablando más de lo que estudiamos.”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9826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4897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 malo es que se pierde mucho tiempo y hay que adaptarse al ritmo de los demás.”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8581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4772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sé si necesitaría una herramienta nueva. Tal vez algo que organizara automáticamente las fechas de todas las materias.”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REAL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95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Jacobo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3er semestre — Finanzas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5146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“Tedioso; aunque es bueno explicarle a los demás, es un poco atrasante estar con alguien que no tiene las mismas bases que uno.”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10712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350215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 mejor es la compañía y sentir que están trabajando por lo mismo.”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98264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489704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desilusiona porque siente que hay personas que utilizan métodos no adecuados y sacan mejor nota.”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8581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54772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“Buscaría programas personalizados que cubran déficits de bases y permitan comprender dudas específicas.”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HALLAZGOS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entre las 5 entrevistas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64792"/>
            <a:ext cx="1920240" cy="384048"/>
          </a:xfrm>
          <a:prstGeom prst="roundRect">
            <a:avLst>
              <a:gd name="adj" fmla="val 4523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61848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5 (Juan Martín, Mateo, Jacobo) prefieren estudiar solos por concentración; 2 de 5 (Valentina, María José) prefieren acompañados, pero con alta exigencia de compromiso.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752344"/>
            <a:ext cx="1920240" cy="384048"/>
          </a:xfrm>
          <a:prstGeom prst="roundRect">
            <a:avLst>
              <a:gd name="adj" fmla="val 45238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523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6060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tiene problema para encontrar gente — el problema aparece cuando el compañero no comparte el mismo nivel de compromiso o metodología.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739896"/>
            <a:ext cx="1920240" cy="384048"/>
          </a:xfrm>
          <a:prstGeom prst="roundRect">
            <a:avLst>
              <a:gd name="adj" fmla="val 45238"/>
            </a:avLst>
          </a:prstGeom>
          <a:solidFill>
            <a:srgbClr val="F9C7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39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59359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(los “solitarios”) frente a responsabilidad compartida (las “acompañadas”) — necesidades casi opuestas bajo un mismo “reto de grupo de estudio”.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727448"/>
            <a:ext cx="1920240" cy="384048"/>
          </a:xfrm>
          <a:prstGeom prst="roundRect">
            <a:avLst>
              <a:gd name="adj" fmla="val 45238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727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CONTRADICCIÓN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581144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brief asume que el problema es de horarios; ningún entrevistado lo mencionó como su mayor barrera — todos hablaron de compatibilidad y compromiso.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58968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5715000"/>
            <a:ext cx="1920240" cy="384048"/>
          </a:xfrm>
          <a:prstGeom prst="roundRect">
            <a:avLst>
              <a:gd name="adj" fmla="val 45238"/>
            </a:avLst>
          </a:prstGeom>
          <a:solidFill>
            <a:srgbClr val="6D2E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715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SORPRESA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5568696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Jacobo rechaza el estudio grupal no por distracción sino por desnivel de conocimiento: una tercera dimensión de incompatibilidad no contemplada en las hipótesis.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AL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aprendimos de verdad?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18488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no es el problema real. Ninguno de los 5 lo mencionó espontáneamente. → El brief parte de un supuesto que la investigación no sostiene.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61488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“Compañero” no es una categoría única. María José y Valentina buscan lo mismo; Juan Martín, Mateo y Jacobo lo evitan activamente. → No hay un usuario genérico.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904488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compatibilidad tiene al menos 3 capas: nivel de conocimiento, nivel de compromiso y necesidad de concentración. → El matching por materia u horario no resuelve ninguna.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47488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solo no es “no tener con quién”. Mateo y Jacobo lo eligen. → Asumir que todos quieren grupo excluye a una parte real de los usuarios.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USER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 · Sofía — La que estudia en compañía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años · 5º semestre de Diseño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64008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0" y="640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86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20824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208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1874520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varias entregas y trabajos simultáneamente; busca personas con quienes estudiar de forma productiva.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70632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770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624328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compañeras compatibles y aprovechar el estudio grupal sin perder concentración.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20440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9C7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374136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no cumplen, dificultad para coordinar horarios y no saber si alguien es compatible antes de estudiar con él.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70248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270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4123944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 amigas cuando tiene dudas; organiza sus tareas en varias herramientas; busca compañía cuando necesita motivación.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73752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020056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0200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4873752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Saber, antes de comprometerse, si una persona comparte su nivel de compromiso y metodología.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9616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 gusta estudiar acompañada, pero necesito que la otra persona realmente quiera estudiar.”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USER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 · Mateo — El que prefiere estudiar solo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años · 6º semestre de Ingeniería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32720" y="640080"/>
            <a:ext cx="1005840" cy="100584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0" y="640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86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020824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0208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1874520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 de manera autónoma y evita integrarse a dinámicas grupales que no elige.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70632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770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624328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a su propio ritmo y aprovechar su tiempo sin depender de otros.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20440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F9C7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374136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conversaciones cuando estudia con amigos, adaptarse al ritmo ajeno y sentirse obligado a trabajo grupal.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70248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2702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4123944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Calendar, Drive y ChatGPT; divide el temario por días; acepta estudiar en grupo solo por compromiso social.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73752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222A5C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5020056"/>
            <a:ext cx="1554480" cy="365760"/>
          </a:xfrm>
          <a:prstGeom prst="roundRect">
            <a:avLst>
              <a:gd name="adj" fmla="val 47500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0200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468880" y="4873752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y acceso rápido a recursos, sin que la plataforma asuma que necesita compañía.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0769"/>
            </a:avLst>
          </a:prstGeom>
          <a:solidFill>
            <a:srgbClr val="F9616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6692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 puedo entenderlo solo y avanzar más rápido, prefiero hacerlo así.”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USER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empatía · Sofía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55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Y HACE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12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“Prefiero estudiar acompañada si la persona es responsable.” Pregunta a amigas cuando tiene dudas; organiza sus tareas en varias apps.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7556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55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Y SIENTE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12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“¿Será que esta persona sí va a cumplir?” · “Con alguien podría entender esto más fácil.”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44728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9C7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447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904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“¿Cuándo nos reunimos?” · recomendaciones de compañeras.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1928" y="324612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44728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447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904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WhatsApp con compromiso desigual; compañeras con métodos distintos.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horarios, filtrar quién es compatible, sostener la motivación del grupo.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81928" y="4937760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Sentirse acompañada sin perder productividad; encontrar compañeras con su mismo nivel de compromiso.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USER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empatía · Mateo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556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55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Y HACE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12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“Cuando estudio con amigos terminamos hablando de otras cosas.” Estudia con Calendar, Drive y ChatGPT; evita sesiones grupales espontáneas.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81928" y="155448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75564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7556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Y SIENTE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128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“Voy a perder tiempo si me integro a un grupo.” Le da pereza empezar tareas grandes, pero avanza rápido una vez arranca.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44728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F9C7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447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904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Invitaciones de compañeros a estudiar juntos antes de un parcial.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81928" y="3246120"/>
            <a:ext cx="535838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447288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447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9044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universitarias con información dispersa.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Resistirse a la presión social de “deberías estudiar en grupo”; mantener su ritmo propio.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81928" y="4937760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2F3C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379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a su propio ritmo; resolver dudas puntuales sin integrarse a un grupo completo.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Sofía — busca compañía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Preparando un parcial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entera del parcial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“Tengo que empezar”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abrumada.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07208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44368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44368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07208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estudiar acompañada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 alguien entiendo mejor”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16936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026664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026664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si esa persona cumplirá.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65776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02936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02936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65776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😳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con amigas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02936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“Espero que sea juiciosa”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75504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85232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285232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toma tiempo.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24344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61504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61504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24344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😊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461504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 juntas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461504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“Esto sí me sirve” / “Nos desviamos”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34072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543800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543800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100% del compañero.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82912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720072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F9616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720072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582912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🙂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9720072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la experiencia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720072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 haría otra vez, con alguien así”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692640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802368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9802368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repetir una buena experiencia.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Mateo — busca estudiar solo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Preparando un parcial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6D2E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😐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entera del parcial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 sé qué hacer cada día”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relevante aún.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07208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44368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6D2E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44368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07208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944368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compañero lo invita a un grupo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944368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“Puede que pierda tiempo”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16936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026664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026664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social a integrarse.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65776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02936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6D2E4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02936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65776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😕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202936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por compromiso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202936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“Cada uno estudiaba algo distinto”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75504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285232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285232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Terminan hablando de otras cosas.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24344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61504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6D2E4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61504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24344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😌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461504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retira a estudiar solo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7461504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“Así avanzo más rápido”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34072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543800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543800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app le ahorra este vaivén.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82912" y="1828800"/>
            <a:ext cx="2121408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0B4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720072" y="1965960"/>
            <a:ext cx="1847088" cy="320040"/>
          </a:xfrm>
          <a:prstGeom prst="roundRect">
            <a:avLst>
              <a:gd name="adj" fmla="val 22857"/>
            </a:avLst>
          </a:prstGeom>
          <a:solidFill>
            <a:srgbClr val="6D2E4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720072" y="196596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5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582912" y="237744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🙂</a:t>
            </a:r>
            <a:endParaRPr lang="en-US" sz="2600" dirty="0"/>
          </a:p>
        </p:txBody>
      </p:sp>
      <p:sp>
        <p:nvSpPr>
          <p:cNvPr id="45" name="Text 43"/>
          <p:cNvSpPr txBox="1"/>
          <p:nvPr/>
        </p:nvSpPr>
        <p:spPr>
          <a:xfrm>
            <a:off x="9720072" y="297180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la experiencia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720072" y="3657600"/>
            <a:ext cx="184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necesito otra herramienta, solo que las mías estuvieran más unidas”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692640" y="4434840"/>
            <a:ext cx="1901952" cy="1417320"/>
          </a:xfrm>
          <a:prstGeom prst="roundRect">
            <a:avLst>
              <a:gd name="adj" fmla="val 3871"/>
            </a:avLst>
          </a:prstGeom>
          <a:solidFill>
            <a:srgbClr val="F5F6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802368" y="452628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9802368" y="4800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fricción fue la fragmentación de sus apps.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oportunidades de diseño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no se diseña la solución. Solo se señalan oportunidades.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222A5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756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11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Compartir materia u horario no garantiza compatibilidad de compromiso ni de ritmo.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603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OPORTUNIDAD: ¿Cómo podríamos ayudar a un estudiante a saber, antes de comprometerse, si alguien es realmente compatible para estudiar con él?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222A5C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64845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844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El estudio grupal puede ayudar a aprender, pero también distraer y hacer perder el tiempo.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330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OPORTUNIDAD: ¿Cómo podríamos hacer que estudiar acompañado sea realmente productivo, sin convertir la sesión en una conversación?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0056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222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221224"/>
            <a:ext cx="457200" cy="457200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15721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Los estudiantes que prefieren estudiar solos no necesitan un grupo — necesitan organización, no compañía.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70585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OPORTUNIDAD: ¿Cómo podríamos servir también a quienes estudian solos, sin forzarlos a una dinámica grupal que no quieren?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2026-09-15T04:09:20Z</dcterms:created>
  <dcterms:modified xsi:type="dcterms:W3CDTF">2026-09-15T04:09:20Z</dcterms:modified>
</cp:coreProperties>
</file>